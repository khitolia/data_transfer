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BMW WorldWide Sales Analysis (2010–2024)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Data Analysis Report - Generated via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Fuel-Type-wise Sales Trend</a:t>
            </a:r>
          </a:p>
        </p:txBody>
      </p:sp>
      <p:pic>
        <p:nvPicPr>
          <p:cNvPr id="3" name="Picture 2" descr="Fuel-Type-wise Sales 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2120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400" b="1"/>
            </a:pPr>
            <a:r>
              <a:t>Insight:</a:t>
            </a:r>
            <a:br/>
            <a:r>
              <a:t>1️⃣ BMW maintained consistent profitability from 2010–2017.</a:t>
            </a:r>
            <a:br/>
            <a:r>
              <a:t>2️⃣ Peak sales in 2022, slight dip after.</a:t>
            </a:r>
            <a:br/>
            <a:r>
              <a:t>3️⃣ Growth trend continues post-2023.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Model-wise Sales Analysis</a:t>
            </a:r>
          </a:p>
        </p:txBody>
      </p:sp>
      <p:pic>
        <p:nvPicPr>
          <p:cNvPr id="3" name="Picture 2" descr="Model-wise Sales 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2120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400" b="1"/>
            </a:pPr>
            <a:r>
              <a:t>Insight:</a:t>
            </a:r>
            <a:br/>
            <a:r>
              <a:t>🌍 North America &amp; Europe have highest average prices.</a:t>
            </a:r>
            <a:br/>
            <a:r>
              <a:t>Asia leads in total units — suggesting region-specific strategies.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Region-wise Sales Analysis</a:t>
            </a:r>
          </a:p>
        </p:txBody>
      </p:sp>
      <p:pic>
        <p:nvPicPr>
          <p:cNvPr id="3" name="Picture 2" descr="Region-wise Sales 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2120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400" b="1"/>
            </a:pPr>
            <a:r>
              <a:t>Insight:</a:t>
            </a:r>
            <a:br/>
            <a:r>
              <a:t>🚙 X-Series SUVs dominate — strong global demand.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Total Sales per Year</a:t>
            </a:r>
          </a:p>
        </p:txBody>
      </p:sp>
      <p:pic>
        <p:nvPicPr>
          <p:cNvPr id="3" name="Picture 2" descr="Total Sales per 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2120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400" b="1"/>
            </a:pPr>
            <a:r>
              <a:t>Insight:</a:t>
            </a:r>
            <a:br/>
            <a:r>
              <a:t>⚡ Hybrid/Electric BMW sales are rising post-2020 — focus on EVs.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Transmission-wise Sales Trend</a:t>
            </a:r>
          </a:p>
        </p:txBody>
      </p:sp>
      <p:pic>
        <p:nvPicPr>
          <p:cNvPr id="3" name="Picture 2" descr="Transmission-wise Sales 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2120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400" b="1"/>
            </a:pPr>
            <a:r>
              <a:t>Insight:</a:t>
            </a:r>
            <a:br/>
            <a:r>
              <a:t>🕹️ Manual transmissions are still popular, but automatic dominates.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